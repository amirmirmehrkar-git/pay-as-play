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 #1 – Mario, The Conscious Consumer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1. Personality: 32-year-old software developer and film lover from Berlin. Tech-savvy, minimalistic, values fairness and control.</a:t>
            </a:r>
          </a:p>
          <a:p>
            <a:pPr/>
            <a:r>
              <a:t>2. Pain Point: Annoyed by paying for full subscriptions and intrusive ads.</a:t>
            </a:r>
          </a:p>
          <a:p>
            <a:pPr/>
            <a:r>
              <a:t>3. Value Add: Pays only for minutes watched; ad-free, transparent spending.</a:t>
            </a:r>
          </a:p>
          <a:p>
            <a:pPr/>
            <a:r>
              <a:t>4. Message: Watch what you love, pay only for what you watch.</a:t>
            </a:r>
          </a:p>
          <a:p>
            <a:pPr/>
            <a:r>
              <a:t>5. Concerns: Worries about data privacy and complexity. Addressed via clear policies and automated wallet management.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 #2 – Sophie, The Creative Listener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1. Personality: 28-year-old interior designer from Munich, social, enjoys music and podcasts.</a:t>
            </a:r>
          </a:p>
          <a:p>
            <a:pPr/>
            <a:r>
              <a:t>2. Pain Point: Multiple subscriptions and intrusive audio ads.</a:t>
            </a:r>
          </a:p>
          <a:p>
            <a:pPr/>
            <a:r>
              <a:t>3. Value Add: Pays only for what she listens to; smooth and distraction-free.</a:t>
            </a:r>
          </a:p>
          <a:p>
            <a:pPr/>
            <a:r>
              <a:t>4. Message: No ads. No waste. Just your favorite sound, fairly priced.</a:t>
            </a:r>
          </a:p>
          <a:p>
            <a:pPr/>
            <a:r>
              <a:t>5. Concerns: Concerned about balance running out; solved via auto top-up and notifications.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 #3 – Ian, The Knowledge Seeker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1. Personality: 29-year-old management student from Stuttgart; ambitious, always learning.</a:t>
            </a:r>
          </a:p>
          <a:p>
            <a:pPr/>
            <a:r>
              <a:t>2. Pain Point: Pays for entire courses but doesn’t finish them.</a:t>
            </a:r>
          </a:p>
          <a:p>
            <a:pPr/>
            <a:r>
              <a:t>3. Value Add: Pay per session or lesson; learn flexibly and efficiently.</a:t>
            </a:r>
          </a:p>
          <a:p>
            <a:pPr/>
            <a:r>
              <a:t>4. Message: Learn smarter, not harder. Pay for the knowledge you actually gain.</a:t>
            </a:r>
          </a:p>
          <a:p>
            <a:pPr/>
            <a:r>
              <a:t>5. Concerns: Concerned about platform recognition; solved by LMS integration.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 #4 – Michael, The B2B Education Founder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1. Personality: 45-year-old entrepreneur from Cologne running an e-learning platform.</a:t>
            </a:r>
          </a:p>
          <a:p>
            <a:pPr/>
            <a:r>
              <a:t>2. Pain Point: Loses revenue from casual learners; high churn rates.</a:t>
            </a:r>
          </a:p>
          <a:p>
            <a:pPr/>
            <a:r>
              <a:t>3. Value Add: Increases user retention with pay-per-use billing via API.</a:t>
            </a:r>
          </a:p>
          <a:p>
            <a:pPr/>
            <a:r>
              <a:t>4. Message: Turn every minute of learning into revenue.</a:t>
            </a:r>
          </a:p>
          <a:p>
            <a:pPr/>
            <a:r>
              <a:t>5. Concerns: Concerned about technical integration; solved with RESTful API and onboarding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 #5 – Laura, The Indie Streaming Owner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1. Personality: 38-year-old cultural entrepreneur from Berlin managing an indie film platform.</a:t>
            </a:r>
          </a:p>
          <a:p>
            <a:pPr/>
            <a:r>
              <a:t>2. Pain Point: Hard to attract subscribers without ads; expensive acquisition.</a:t>
            </a:r>
          </a:p>
          <a:p>
            <a:pPr/>
            <a:r>
              <a:t>3. Value Add: Offers flexible payments per minute; fair revenue for creators.</a:t>
            </a:r>
          </a:p>
          <a:p>
            <a:pPr/>
            <a:r>
              <a:t>4. Message: Fair payments, fair experience — a new standard for indie streaming.</a:t>
            </a:r>
          </a:p>
          <a:p>
            <a:pPr/>
            <a:r>
              <a:t>5. Concerns: Concerned about income stability; solved with transparent low-fee settlements.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